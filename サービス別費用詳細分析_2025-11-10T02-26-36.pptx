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788"/>
                </a:solidFill>
              </a:rPr>
              <a:t>サービス別費用詳細分析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472C4"/>
                </a:solidFill>
              </a:rPr>
              <a:t>Netlify・AWS・PayPal・PayPay・ドメイン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各サービスの料金体系と使用量別費用シミュレーション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目次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1. Netlify 料金体系</a:t>
            </a:r>
            <a:endParaRPr lang="en-US" sz="16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2. AWS 料金体系 (Lambda + API Gateway + CloudFront)</a:t>
            </a:r>
            <a:endParaRPr lang="en-US" sz="16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3. インフラ比較: Netlify vs AWS</a:t>
            </a:r>
            <a:endParaRPr lang="en-US" sz="16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4. PayPal 料金体系</a:t>
            </a:r>
            <a:endParaRPr lang="en-US" sz="16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5. PayPay 料金体系</a:t>
            </a:r>
            <a:endParaRPr lang="en-US" sz="16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6. 決済サービス比較: PayPal vs PayPay</a:t>
            </a:r>
            <a:endParaRPr lang="en-US" sz="16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7. ドメイン費用詳細</a:t>
            </a:r>
            <a:endParaRPr lang="en-US" sz="1600" dirty="0"/>
          </a:p>
          <a:p>
            <a:pPr marL="342900" indent="-342900">
              <a:lnSpc>
                <a:spcPts val="38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8. 総合費用シミュレーション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1. Netlify 料金体系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プラン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月額料金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サーバーレス関数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帯域幅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備考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Starter (無料)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125,000回/月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実行時間 100時間/月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100GB/月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個人・小規模向け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$19/月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(2,850円)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125,000回/月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実行時間 100時間/月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1TB/月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本番環境推奨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超過料金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125,000回毎に $25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(3,750円)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100GB毎に $55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(8,250円)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Proプラン加入者のみ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使用量別月額費用シミュレーション</a:t>
            </a:r>
            <a:endParaRPr lang="en-US" sz="18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月間リクエスト数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ユーザー数想定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関数呼び出し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月額費用（円）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年間費用（円）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234,000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234,000回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6,600円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79,200円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1,170,000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1,170,000回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36,600円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439,200円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2,340,000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2,340,000回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70,350円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844,200円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11,700,000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11,700,000回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348,600円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4,183,200円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23,400,000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23,400,000回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704,100円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8,449,200円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Netlify の特徴と注意点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22860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✅ メリット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セットアップが非常に簡単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Git連携による自動デプロイ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グローバルCDN標準装備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開発者フレンドリーなUI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Next.js最適化済み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インフラ管理不要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228600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⚠️ デメリット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関数呼び出しが高額（AWS比36倍）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スケール時のコスト爆発リスク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帯域幅超過料金も高額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実行時間制限（10秒）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詳細なモニタリング機能が限定的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カスタマイズ性がAWSより低い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657600"/>
            <a:ext cx="6400800" cy="164592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7947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</a:rPr>
              <a:t>💡 推奨使用シナリオ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420624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✅ 初期段階（0～500名）: 開発速度を優先し、インフラ管理コストを削減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❌ 成長段階（500名～）: AWS移行を検討すべき（費用が36倍の差）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⚠️ 1,000名時点で月7万円、10,000名で月70万円の関数費用が発生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2. AWS 料金体系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</a:rPr>
              <a:t>Lambda・API Gateway・CloudFront の料金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8288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サービス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料金体系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無料枠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備考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Lambda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（関数実行）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リクエスト: $0.20/100万件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GB-秒: $0.0000166667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(512MB想定)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月100万リクエスト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40万GB-秒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実行時間500ms想定: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約$0.004/1000回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API Gateway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$1.00/100万リクエスト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月100万件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(12ヶ月間)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REST API価格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CloudFront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（CDN）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日本リージョン: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$0.114/GB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月1TB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(12ヶ月間)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データ転送料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使用量別月額費用シミュレーション（Lambda + API Gateway）</a:t>
            </a:r>
            <a:endParaRPr lang="en-US" sz="18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31920"/>
          <a:ext cx="8595360" cy="22860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月間リクエスト数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ユーザー数想定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Lambda費用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API Gateway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合計（円）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年間（円）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234,000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$0.05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$0.23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約42円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約504円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1,170,000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$0.23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$1.17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約210円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約2,520円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2,340,000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$0.47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$2.34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約421円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約5,052円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11,700,000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$2.34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$11.70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約2,106円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約25,272円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23,400,000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$4.68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$23.40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約4,212円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約50,544円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AWS 追加費用詳細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Lambda 実行時間費用（GB-秒）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4114800" cy="18288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メモリ設定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実行時間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100万回の費用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月間費用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(1,000名想定)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512 MB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 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$1.95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$4.56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(684円)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1024 MB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 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$3.90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$9.12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(1,368円)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2048 MB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 ms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$7.80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$18.24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(2,736円)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CloudFront データ転送費用</a:t>
            </a:r>
            <a:endParaRPr lang="en-US" sz="18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554480"/>
          <a:ext cx="4023360" cy="22860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月間転送量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GB単価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月額費用（円）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想定ユーザー数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 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$0.114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171円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～100名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 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$0.114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855円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～500名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 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$0.114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1,710円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～1,000名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 GB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$0.114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8,550円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～5,000名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 TB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$0.114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17,100円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～10,000名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31520" y="3931920"/>
            <a:ext cx="768096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440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65C0"/>
                </a:solidFill>
              </a:rPr>
              <a:t>💰 1,000名ユーザー時の AWS 総費用（推定）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371600" y="448056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リクエスト: 421円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 実行時間: 684円 (512MB想定)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 Gateway: 421円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CloudFront: 1,710円 (100GB想定)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合計: 約3,236円/月 (年間 約38,832円)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AWS の特徴と注意点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3657600" cy="22860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✅ メリット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16459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圧倒的な低コスト（Netlifyの1/36）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使った分だけの従量課金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高度なカスタマイズが可能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詳細なモニタリング・ログ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グローバルインフラ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スケーラビリティが無限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657600" cy="228600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</a:rPr>
              <a:t>⚠️ デメリット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64592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初期セットアップが複雑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DevOps知識が必要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インフラ管理の負担増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学習コストが高い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デプロイ自動化に追加設定必要</a:t>
            </a:r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料金体系が複雑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371600" y="3657600"/>
            <a:ext cx="6400800" cy="164592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54480" y="37947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</a:rPr>
              <a:t>💡 推奨使用シナリオ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37360" y="420624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✅ 成長段階（500名～）: Netlifyからの移行を強く推奨（月7万円→3千円）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✅ スケール段階（1,000名～）: 必須（月70万円→3千円の削減効果）</a:t>
            </a:r>
            <a:endParaRPr lang="en-US" sz="1200" dirty="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⚠️ DevOpsエンジニア雇用コストと比較検討が必要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3. インフラ比較: Netlify vs AWS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7432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項目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Netlify Pro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AWS (Lambda+APIGW+CF)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価格差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(234,000 req/月)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6,600円/月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約500円/月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Netlify: 13倍高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(1,170,000 req/月)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36,600円/月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約2,000円/月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Netlify: 18倍高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(2,340,000 req/月)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70,350円/月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約3,236円/月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Netlify: 22倍高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(11,700,000 req/月)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348,600円/月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約15,000円/月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Netlify: 23倍高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1100" dirty="0"/>
                    </a:p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(23,400,000 req/月)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704,100円/月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約25,000円/月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Netlify: 28倍高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914400" y="4114800"/>
            <a:ext cx="7315200" cy="1371600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97280" y="429768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🎯 移行推奨タイミング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47548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500名到達: 移行準備開始（月間削減額 約3.5万円）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1,000名到達: 移行完了目標（月間削減額 約6.7万円 = 年間80万円）</a:t>
            </a:r>
            <a:endParaRPr lang="en-US" sz="1200" dirty="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</a:rPr>
              <a:t>10,000名想定: 必須（月間削減額 約68万円 = 年間816万円）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4. PayPal 料金体系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取引タイプ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手数料率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固定手数料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合計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備考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国内取引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3.6%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+ 40円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3.6% + 40円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日本円→日本円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海外取引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4.1%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+ 40円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4.1% + 40円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外貨受取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通貨換算手数料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3.0~4.0%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3.0~4.0%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為替レート上乗せ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月額固定費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ビジネスアカウント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売上別手数料シミュレーション</a:t>
            </a:r>
            <a:endParaRPr lang="en-US" sz="18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66160"/>
          <a:ext cx="8595360" cy="22860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月間売上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ユーザー数想定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取引数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手数料（円）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年間手数料（円）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1,759,500円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20,700件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63,462円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761,544円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8,797,500円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103,500件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321,090円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3,853,080円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17,595,000円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207,000件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641,820円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7,701,840円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87,975,000円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1,035,000件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3,207,900円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38,494,800円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175,950,000円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2,070,000件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6,414,600円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76,975,200円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5. PayPay 料金体系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2286000"/>
        </p:xfrm>
        <a:graphic>
          <a:graphicData uri="http://schemas.openxmlformats.org/drawingml/2006/table">
            <a:tbl>
              <a:tblPr/>
              <a:tblGrid>
                <a:gridCol w="1682496"/>
                <a:gridCol w="1682496"/>
                <a:gridCol w="1682496"/>
                <a:gridCol w="1682496"/>
                <a:gridCol w="1682496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プラン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決済手数料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月額固定費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対応決済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備考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フリープラン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3.24%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PayPay残高のみ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小規模事業者向け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パーソナルプラン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2.40%~2.59%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1,980円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PayPay残高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+ クレカ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月商100万円以下推奨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ライトプラン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2.00%~2.20%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5,500円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PayPay残高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+ クレカ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月商300万円以下推奨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スタンダードプラン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1.60%~1.98%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11,000円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PayPay残高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+ クレカ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月商500万円以上推奨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売上別最適プランと手数料</a:t>
            </a:r>
            <a:endParaRPr lang="en-US" sz="18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4114800"/>
          <a:ext cx="8778240" cy="2286000"/>
        </p:xfrm>
        <a:graphic>
          <a:graphicData uri="http://schemas.openxmlformats.org/drawingml/2006/table">
            <a:tbl>
              <a:tblPr/>
              <a:tblGrid>
                <a:gridCol w="1254034"/>
                <a:gridCol w="1254034"/>
                <a:gridCol w="1254034"/>
                <a:gridCol w="1254034"/>
                <a:gridCol w="1254034"/>
                <a:gridCol w="1254034"/>
                <a:gridCol w="125403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月間売上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最適プラン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固定費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変動手数料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月間総費用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年間費用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1,759,500円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パーソナル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(2.5%)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1,980円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43,988円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45,968円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551,616円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8,797,500円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ライト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(2.1%)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5,500円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184,748円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190,248円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2,282,976円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17,595,000円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スタンダード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(1.8%)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11,000円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316,710円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327,710円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3,932,520円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87,975,000円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5,000名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スタンダード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(1.6%)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11,000円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1,407,600円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1,418,600円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17,023,200円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175,950,000円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スタンダード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(1.6%)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11,000円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2,815,200円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2,826,200円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33,914,400円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6. 決済サービス比較: PayPal vs PayPay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月間売上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PayPal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手数料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手数料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年間削減額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削減率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1,759,500円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(100名)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63,462円/月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45,968円/月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210,000円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27.6%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8,797,500円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(500名)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321,090円/月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190,248円/月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1,570,000円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40.7%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17,595,000円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(1,000名)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641,820円/月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327,710円/月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3,769,000円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48.9%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87,975,000円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(5,000名)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3,207,900円/月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1,418,600円/月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21,472,000円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55.8%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175,950,000円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(10,000名)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6,414,600円/月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2,826,200円/月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約 43,061,000円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56.0%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657600"/>
            <a:ext cx="7680960" cy="1828800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🎯 推奨: PayPay主力 + PayPal補助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42976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Phase 1（0～1,000名）: PayPayのみ実装（開発工数削減）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想定: PayPay利用率 100%、手数料 1.8~2.5%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Phase 2（1,000名～）: PayPal追加（海外展開準備）</a:t>
            </a:r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• 想定: PayPay 80% / PayPal 20%、加重平均 約2.2%</a:t>
            </a:r>
            <a:endParaRPr lang="en-US" sz="13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💰 1,000名時点での年間削減効果: 約377万円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7. ドメイン費用詳細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ドメイン種類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初年度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更新（年）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レジストラ例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推奨度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.com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$9~$12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(1,350~1,800円)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$12~$15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(1,800~2,250円)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Cloudflare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Namecheap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✅✅✅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.net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$10~$13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(1,500~1,950円)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$13~$16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(1,950~2,400円)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Cloudflare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Namecheap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✅✅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.jp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¥3,000~¥4,000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¥3,500~¥5,000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お名前.com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ムームードメイン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✅✅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.co.jp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¥6,000~¥8,000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¥6,000~¥8,000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お名前.com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✅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(法人のみ)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.io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$25~$35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(3,750~5,250円)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$35~$50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(5,250~7,500円)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Cloudflare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⚠️ 高額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推奨ドメインレジストラ比較</a:t>
            </a:r>
            <a:endParaRPr lang="en-US" sz="18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114800"/>
          <a:ext cx="8412480" cy="182880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レジストラ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.com価格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WHOISプライバシー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DNS速度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日本語サポート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総合評価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Cloudflare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$9.15/年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(1,373円)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無料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最速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限定的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✅✅✅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Namecheap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$9.48/年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(1,422円)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無料（1年目）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高速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あり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✅✅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お名前.com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約 1,500円/年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有料（980円/年）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普通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充実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✅✅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(.jp推奨)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Google Domains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(Squarespace)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$12/年</a:t>
                      </a:r>
                      <a:endParaRPr lang="en-US" sz="9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(1,800円)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無料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高速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あり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✅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ドメイン選択推奨戦略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371600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</a:rPr>
              <a:t>🎯 推奨: .com ドメイン + Cloudflare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理由: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年間 $9.15（約1,373円）で最もコストパフォーマンスが高い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WHOISプライバシー保護が無料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CloudflareのCDNと統合可能（AWS移行時に有利）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• グローバル認知度が最も高い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D5"/>
                </a:solidFill>
              </a:rPr>
              <a:t>ドメイン取得費用（5年間想定）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200400"/>
          <a:ext cx="7680960" cy="2743200"/>
        </p:xfrm>
        <a:graphic>
          <a:graphicData uri="http://schemas.openxmlformats.org/drawingml/2006/table">
            <a:tbl>
              <a:tblPr/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年数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Cloudflare .com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お名前.com .jp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Namecheap .com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備考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1年目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1,373円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4,000円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1,422円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初年度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2年目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1,373円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5,000円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1,800円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更新価格適用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3年目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1,373円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5,000円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1,800円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4年目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1,373円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5,000円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1,800円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5年目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1,373円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5,000円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1,800円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5年合計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6,865円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24,000円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8,622円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8. 総合費用シミュレーション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472C4"/>
                </a:solidFill>
              </a:rPr>
              <a:t>【シナリオA】Netlify + PayPal + .com</a:t>
            </a:r>
            <a:endParaRPr lang="en-US" sz="2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182880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Netlify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PayPal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ドメイン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月間合計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年間合計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6,600円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63,462円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73,962円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887,544円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36,600円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321,090円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361,590円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4,339,080円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70,350円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641,820円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716,070円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8,592,840円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704,100円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6,414,600円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7,122,600円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85,471,200円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32"/>
                </a:solidFill>
              </a:rPr>
              <a:t>【シナリオB】AWS + PayPay + .com （推奨）</a:t>
            </a:r>
            <a:endParaRPr lang="en-US" sz="20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931920"/>
          <a:ext cx="8412480" cy="182880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AWS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PayPay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ドメイン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Supabase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月間合計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年間合計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45,968円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50,368円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604,416円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190,248円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196,148円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2,353,776円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3,236円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327,710円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334,846円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4,018,152円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25,000円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2,826,200円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3,750円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2,855,100円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34,261,200円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シナリオ比較と削減効果</a:t>
            </a:r>
            <a:endParaRPr lang="en-US" sz="2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8595360" cy="2286000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ユーザー数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シナリオA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(Netlify+PayPal)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シナリオB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(AWS+PayPay)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月間削減額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年間削減額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削減率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73,962円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50,368円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23,594円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283,128円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31.9%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361,590円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196,148円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165,442円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1,985,304円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45.8%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716,070円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334,846円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381,224円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4,574,688円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53.2%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10,000名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7,122,600円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2,855,100円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4,267,500円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51,210,000円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59.9%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657600"/>
            <a:ext cx="7680960" cy="1828800"/>
          </a:xfrm>
          <a:prstGeom prst="rect">
            <a:avLst/>
          </a:prstGeom>
          <a:solidFill>
            <a:srgbClr val="E8F5E9"/>
          </a:solidFill>
          <a:ln w="38100">
            <a:solidFill>
              <a:srgbClr val="4CAF5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D32"/>
                </a:solidFill>
              </a:rPr>
              <a:t>💰 最大削減効果（10,000名時点）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097280" y="4297680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月間削減額: 約427万円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年間削減額: 約5,121万円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削減率: 59.9%（費用が約40%に）</a:t>
            </a:r>
            <a:endParaRPr lang="en-US" sz="1300" dirty="0"/>
          </a:p>
          <a:p>
            <a:pPr marL="342900" indent="-342900">
              <a:lnSpc>
                <a:spcPts val="16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</a:rPr>
              <a:t>主な削減要因: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  • Netlify→AWS: 月68万円削減</a:t>
            </a:r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333333"/>
                </a:solidFill>
              </a:rPr>
              <a:t>  • PayPal→PayPay: 月359万円削減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4788"/>
                </a:solidFill>
              </a:rPr>
              <a:t>最終推奨戦略: 段階的移行プラン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FFEBEE"/>
          </a:solidFill>
          <a:ln w="25400">
            <a:solidFill>
              <a:srgbClr val="F443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34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62828"/>
                </a:solidFill>
              </a:rPr>
              <a:t>Phase 1: 初期段階（0～500名）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構成: Netlify + PayPay + .com（Cloudflare）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理由: 開発速度優先、インフラ管理コスト削減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月間費用: 約5～20万円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7680960" cy="1188720"/>
          </a:xfrm>
          <a:prstGeom prst="rect">
            <a:avLst/>
          </a:prstGeom>
          <a:solidFill>
            <a:srgbClr val="FFF3CD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06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56404"/>
                </a:solidFill>
              </a:rPr>
              <a:t>Phase 2: 移行準備段階（500～1,000名）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7280" y="29718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構成: Netlify → AWS 移行着手（PayPayは継続）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理由: 費用が急増する前に移行準備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月間費用: 約20～34万円（移行後）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840480"/>
            <a:ext cx="7680960" cy="11887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77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</a:rPr>
              <a:t>Phase 3: スケール段階（1,000名～）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43434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構成: AWS + PayPay（主力）+ PayPal（補助）+ .com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理由: 最適化完了、グローバル展開準備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月間費用: 約33万円（1,000名）～ 286万円（10,000名）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5212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</a:rPr>
              <a:t>🎯 この戦略により年間5,000万円以上のコスト削減が可能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サービス別費用詳細分析</dc:title>
  <dc:subject>PptxGenJS Presentation</dc:subject>
  <dc:creator>namos-chat-v1</dc:creator>
  <cp:lastModifiedBy>namos-chat-v1</cp:lastModifiedBy>
  <cp:revision>1</cp:revision>
  <dcterms:created xsi:type="dcterms:W3CDTF">2025-11-10T02:26:36Z</dcterms:created>
  <dcterms:modified xsi:type="dcterms:W3CDTF">2025-11-10T02:26:36Z</dcterms:modified>
</cp:coreProperties>
</file>
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788"/>
                </a:solidFill>
              </a:rPr>
              <a:t>総合インフラ費用比較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472C4"/>
                </a:solidFill>
              </a:rPr>
              <a:t>Netlify・AWS・Wasabi+Cloudflare・完全AWS移行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すべての選択肢を徹底比較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788"/>
                </a:solidFill>
              </a:rPr>
              <a:t>比較する5つのシナリオ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457200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  <a:gridCol w="2148840"/>
                <a:gridCol w="2148840"/>
              </a:tblGrid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シナリオ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構成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特徴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想定利用者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A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現状維持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Netlify + Supabase Storage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+ PayPal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開発が最も簡単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管理不要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初期段階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(0～500名)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B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部分最適化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Netlify + Cloudflare R2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+ PayPay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イメージコスト削減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開発簡単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成長初期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(500～1,000名)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C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Wasabi活用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Netlify + Wasabi + CF CDN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+ PayPay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ストレージ最安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CDN活用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成長段階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(1,000～5,000名)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D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AWS部分移行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AWS Lambda/APIGW + R2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+ PayPay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インフラ最適化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DevOps必要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スケール段階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(5,000名～)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E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完全AWS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AWS(EC2/ECS) + S3 + CF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+ PayPay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完全コントロール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DevOps必須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大規模運用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(10,000名～)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788"/>
                </a:solidFill>
              </a:rPr>
              <a:t>シナリオA: 現状維持（最も簡単）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構成: Netlify + Supabase Storage + PayPal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463040"/>
          <a:ext cx="8778240" cy="22860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ユーザー数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Netlify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Supabase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Storage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Supabase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DB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PayPal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固定費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月間合計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年間合計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100名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6,600円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5,789円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3,750円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63,462円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150円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79,751円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957,012円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500名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36,600円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24,810円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3,750円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321,090円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150円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386,400円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4,636,800円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1,000名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70,350円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48,584円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3,750円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641,820円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150円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764,654円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9,175,848円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5,000名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348,600円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240,225円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3,750円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3,207,900円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150円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3,800,625円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45,607,500円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10,000名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704,100円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477,600円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3,750円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6,414,600円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150円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7,600,200円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91,202,400円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393192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✅ メリット: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  • セットアップが最も簡単（1日で完了可能）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  • インフラ管理が不要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  • DevOps知識が不要</a:t>
            </a:r>
            <a:pPr indent="0" marL="0">
              <a:lnSpc>
                <a:spcPts val="1600"/>
              </a:lnSpc>
              <a:buNone/>
            </a:pP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❌ デメリット: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  • 最も高額（10,000名で月760万円）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  • スケール時にコストが爆発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  • カスタマイズ性が低い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788"/>
                </a:solidFill>
              </a:rPr>
              <a:t>シナリオB: 部分最適化（推奨: 初期）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構成: Netlify + Cloudflare R2 + PayPay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463040"/>
          <a:ext cx="8869680" cy="2286000"/>
        </p:xfrm>
        <a:graphic>
          <a:graphicData uri="http://schemas.openxmlformats.org/drawingml/2006/table">
            <a:tbl>
              <a:tblPr/>
              <a:tblGrid>
                <a:gridCol w="985520"/>
                <a:gridCol w="985520"/>
                <a:gridCol w="985520"/>
                <a:gridCol w="985520"/>
                <a:gridCol w="985520"/>
                <a:gridCol w="985520"/>
                <a:gridCol w="985520"/>
                <a:gridCol w="985520"/>
                <a:gridCol w="985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ユーザー数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Netlify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R2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(イメージ)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Supabase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DB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PayPay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固定費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月間合計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年間合計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A比削減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100名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6,600円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3,750円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45,968円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2,130円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58,448円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701,376円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21,303円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500名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36,600円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3,750円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190,248円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2,130円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232,728円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2,792,736円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153,672円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1,000名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70,350円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3,750円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327,710円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2,130円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403,940円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4,847,280円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360,714円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5,000名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348,600円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990円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3,750円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1,418,600円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2,130円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1,774,070円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21,288,840円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2,026,555円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10,000名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704,100円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1,980円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3,750円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2,826,200円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2,130円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3,538,160円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42,457,920円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4,062,040円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393192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✅ メリット: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  • R2でイメージコストほぼゼロ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  • PayPayで決済手数料50%削減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  • セットアップ比較的簡単（2～3日）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  • 1,000名で年間約360万円削減！</a:t>
            </a:r>
            <a:pPr indent="0" marL="0">
              <a:lnSpc>
                <a:spcPts val="1600"/>
              </a:lnSpc>
              <a:buNone/>
            </a:pP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⚠️ 注意点: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  • Netlify関数費用は依然として高い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  • 5,000名以降はさらなる最適化が必要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788"/>
                </a:solidFill>
              </a:rPr>
              <a:t>シナリオC: Wasabi + Cloudflare CDN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構成: Netlify + Wasabi + Cloudflare CDN + PayPay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472C4"/>
                </a:solidFill>
              </a:rPr>
              <a:t>Wasabi 料金（Cloudflare Bandwidth Alliance 適用）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828800"/>
          <a:ext cx="6400800" cy="1828800"/>
        </p:xfrm>
        <a:graphic>
          <a:graphicData uri="http://schemas.openxmlformats.org/drawingml/2006/table">
            <a:tbl>
              <a:tblPr/>
              <a:tblGrid>
                <a:gridCol w="2133600"/>
                <a:gridCol w="2133600"/>
                <a:gridCol w="2133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項目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料金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備考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ストレージ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$6.99/TB/月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最低1TB（約1,048円/TB）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データ転送（Egress）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$0.00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Cloudflare経由は完全無料！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API リクエスト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$0.00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すべて無料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最低料金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約1,048円/月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1TB未満でも1TB分課金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840480"/>
          <a:ext cx="8595360" cy="228600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ユーザー数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Netlify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Wasabi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CF CDN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(無料)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Supabase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DB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PayPay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固定費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月間合計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100名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6,600円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1,048円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3,750円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45,968円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2,130円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59,496円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500名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36,600円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1,048円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3,750円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190,248円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2,130円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233,776円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1,000名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70,350円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1,048円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3,750円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327,710円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2,130円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404,988円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5,000名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348,600円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1,048円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3,750円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1,418,600円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2,130円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1,774,128円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10,000名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704,100円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2,096円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3,750円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2,826,200円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2,130円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3,538,276円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788"/>
                </a:solidFill>
              </a:rPr>
              <a:t>シナリオD: AWS 部分移行（推奨: 成長期）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構成: AWS Lambda/APIGW + Cloudflare R2 + PayPay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463040"/>
          <a:ext cx="8869680" cy="2286000"/>
        </p:xfrm>
        <a:graphic>
          <a:graphicData uri="http://schemas.openxmlformats.org/drawingml/2006/table">
            <a:tbl>
              <a:tblPr/>
              <a:tblGrid>
                <a:gridCol w="985520"/>
                <a:gridCol w="985520"/>
                <a:gridCol w="985520"/>
                <a:gridCol w="985520"/>
                <a:gridCol w="985520"/>
                <a:gridCol w="985520"/>
                <a:gridCol w="985520"/>
                <a:gridCol w="985520"/>
                <a:gridCol w="985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ユーザー数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Lambda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+APIGW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R2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(イメージ)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Supabase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DB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PayPay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固定費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月間合計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年間合計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A比削減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100名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500円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3,750円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45,968円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2,130円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52,348円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628,176円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27,403円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500名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2,000円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3,750円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190,248円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2,130円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198,128円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2,377,536円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187,272円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1,000名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3,236円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3,750円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327,710円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2,130円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336,826円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4,041,912円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427,828円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5,000名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15,000円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990円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3,750円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1,418,600円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2,130円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1,440,470円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17,285,640円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2,360,155円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10,000名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25,000円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1,980円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3,750円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2,826,200円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2,130円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2,859,060円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34,308,720円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4,741,140円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393192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✅ メリット: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  • Lambda/APGWでインフラコスト大幅削減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  • R2で画像転送完全無料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  • 1,000名で年間約428万円削減！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  • スケールに強い（10,000名でも月286万円）</a:t>
            </a:r>
            <a:pPr indent="0" marL="0">
              <a:lnSpc>
                <a:spcPts val="1600"/>
              </a:lnSpc>
              <a:buNone/>
            </a:pP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⚠️ 注意点: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  • DevOps知識が必要（CI/CD構築、Lambda設定等）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  • 初期セットアップに1～2週間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788"/>
                </a:solidFill>
              </a:rPr>
              <a:t>シナリオE: 完全AWS移行（最大制御）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構成: EC2/ECS + S3 + CloudFront + RDS + PayPay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472C4"/>
                </a:solidFill>
              </a:rPr>
              <a:t>EC2/ECS サーバー費用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828800"/>
          <a:ext cx="7315200" cy="13716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ユーザー数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サーバー構成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EC2/ECS 月額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備考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100～500名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t3.small × 1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(2vCPU, 2GB)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約2,500円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リザーブドインスタンス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1,000～5,000名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t3.medium × 2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(2vCPU, 4GB)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約10,000円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ALB + Auto Scaling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10,000名～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t3.large × 3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(2vCPU, 8GB)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約30,000円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マルチAZ構成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383280"/>
          <a:ext cx="8595360" cy="228600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ユーザー数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EC2/ECS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S3+CF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RDS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(Postgres)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PayPay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固定費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月間合計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A比削減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100名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2,500円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6,639円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3,000円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45,968円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2,130円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60,237円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19,514円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500名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2,500円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33,273円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7,000円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190,248円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2,130円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235,151円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151,249円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1,000名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10,000円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66,374円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15,000円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327,710円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2,130円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421,214円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343,440円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5,000名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10,000円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331,799円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30,000円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1,418,600円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2,130円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1,792,529円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2,008,096円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10,000名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30,000円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663,563円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50,000円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2,826,200円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2,130円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3,571,893円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4,028,307円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788"/>
                </a:solidFill>
              </a:rPr>
              <a:t>シナリオE: 完全AWS の特徴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201168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34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✅ メリット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60020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完全なコントロール: すべてのインフラを自由にカスタマイズ可能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パフォーマンス最適化: 専用サーバーで最高のパフォーマンス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セキュリティ: VPC、IAM、Security Groupで細かく制御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スケーラビリティ: Auto Scalingで自動的に負荷対応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長期的なコスト効率: 大規模になるほど有利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3291840"/>
            <a:ext cx="7680960" cy="2194560"/>
          </a:xfrm>
          <a:prstGeom prst="rect">
            <a:avLst/>
          </a:prstGeom>
          <a:solidFill>
            <a:srgbClr val="FFEBEE"/>
          </a:solidFill>
          <a:ln w="25400">
            <a:solidFill>
              <a:srgbClr val="F443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429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2828"/>
                </a:solidFill>
              </a:rPr>
              <a:t>❌ デメリット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794760"/>
            <a:ext cx="6949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高度なDevOps知識が必須: サーバー管理、デプロイ、監視等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初期セットアップが複雑: 3～4週間の構築期間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運用負荷が高い: セキュリティパッチ、スケーリング、障害対応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エンジニアリソースが必要: 専任DevOpsエンジニアが推奨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小規模時は割高: 100～500名ではオーバースペック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CloudFront費用が高い: 画像転送で月66万円（10,000名時）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788"/>
                </a:solidFill>
              </a:rPr>
              <a:t>全シナリオ総合比較（1,000名基準）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97280"/>
          <a:ext cx="8778240" cy="41148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463040"/>
                <a:gridCol w="146304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項目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A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現状維持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B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部分最適化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C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Wasabi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D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AWS部分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E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完全AWS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インフラ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Netlify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70,350円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Netlify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70,350円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Netlify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70,350円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Lambda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3,236円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EC2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10,000円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イメージ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Supabase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48,584円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R2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Wasabi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1,048円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R2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S3+CF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66,374円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DB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Supabase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3,750円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Supabase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3,750円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Supabase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3,750円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Supabase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3,750円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RDS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15,000円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決済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PayPal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641,820円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PayPay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327,710円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PayPay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327,710円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PayPay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327,710円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PayPay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327,710円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固定費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150円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2,130円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2,130円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2,130円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2,130円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月間合計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764,654円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403,940円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404,988円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336,826円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421,214円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年間合計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9,175,848円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4,847,280円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4,859,856円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4,041,912円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5,054,568円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A比削減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360,714円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359,666円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427,828円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343,440円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914400" y="5394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🏆 1,000名時点の最安: シナリオD（AWS部分移行）= 月336,826円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788"/>
                </a:solidFill>
              </a:rPr>
              <a:t>全シナリオ総合比較（10,000名基準）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97280"/>
          <a:ext cx="8778240" cy="41148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463040"/>
                <a:gridCol w="146304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項目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A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現状維持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B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部分最適化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C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Wasabi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D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AWS部分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E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完全AWS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インフラ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Netlify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704,100円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Netlify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704,100円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Netlify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704,100円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Lambda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25,000円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EC2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30,000円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イメージ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Supabase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477,600円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R2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1,980円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Wasabi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2,096円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R2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1,980円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S3+CF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663,563円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DB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Supabase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3,750円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Supabase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3,750円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Supabase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3,750円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Supabase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3,750円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RDS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50,000円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決済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PayPal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6,414,600円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PayPay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2,826,200円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PayPay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2,826,200円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PayPay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2,826,200円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PayPay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2,826,200円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固定費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150円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2,130円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2,130円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2,130円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2,130円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月間合計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7,600,200円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3,538,160円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3,538,276円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2,859,060円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3,571,893円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年間合計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91,202,400円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42,457,920円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42,459,312円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34,308,720円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42,862,716円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A比削減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4,062,040円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4,061,924円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4,741,140円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4,028,307円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5394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🏆 10,000名時点の最安: シナリオD（AWS部分移行）= 月2,859,060円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788"/>
                </a:solidFill>
              </a:rPr>
              <a:t>🎯 段階別推奨戦略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1188720"/>
          </a:xfrm>
          <a:prstGeom prst="rect">
            <a:avLst/>
          </a:prstGeom>
          <a:solidFill>
            <a:srgbClr val="FFEBEE"/>
          </a:solidFill>
          <a:ln w="25400">
            <a:solidFill>
              <a:srgbClr val="F443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34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</a:rPr>
              <a:t>Phase 1: 初期段階（0～500名）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16002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推奨: シナリオB（Netlify + R2 + PayPay）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理由: 開発速度優先、インフラ管理不要、月6～24万円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期間: 3～6ヶ月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7680960" cy="1188720"/>
          </a:xfrm>
          <a:prstGeom prst="rect">
            <a:avLst/>
          </a:prstGeom>
          <a:solidFill>
            <a:srgbClr val="FFF3CD"/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06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56404"/>
                </a:solidFill>
              </a:rPr>
              <a:t>Phase 2: 成長段階（500～1,000名）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29718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推奨: シナリオC（Netlify + Wasabi + CF CDN + PayPay）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理由: コスト最適化開始、Netlify関数費用は容認、月24～40万円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期間: 6～12ヶ月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840480"/>
            <a:ext cx="7680960" cy="118872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977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</a:rPr>
              <a:t>Phase 3: スケール段階（1,000名～）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43434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推奨: シナリオD（AWS Lambda + R2 + PayPay）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理由: 最高のコストパフォーマンス、月34～286万円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DevOpsエンジニア雇用コストを考慮しても最適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51206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0000"/>
                </a:solidFill>
              </a:rPr>
              <a:t>⚠️ シナリオE（完全AWS）は10,000名以上かつ専任DevOpsチームがある場合のみ推奨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788"/>
                </a:solidFill>
              </a:rPr>
              <a:t>最終推奨: シナリオD（AWS部分移行）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4389120"/>
          </a:xfrm>
          <a:prstGeom prst="rect">
            <a:avLst/>
          </a:prstGeom>
          <a:solidFill>
            <a:srgbClr val="E8F5E9"/>
          </a:solidFill>
          <a:ln w="381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</a:rPr>
              <a:t>🎯 AWS Lambda/APIGW + Cloudflare R2 + PayPay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737360"/>
            <a:ext cx="69494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✅ 圧倒的なコストパフォーマンス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  • 1,000名: 月34万円（シナリオA比 年間513万円削減）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  • 10,000名: 月286万円（シナリオA比 年間569万円削減）</a:t>
            </a:r>
            <a:pPr indent="0" marL="0">
              <a:lnSpc>
                <a:spcPts val="1400"/>
              </a:lnSpc>
              <a:buNone/>
            </a:pPr>
            <a:endParaRPr lang="en-US" sz="11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✅ スケーラビリティ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  • Lambda: 自動スケーリング、無制限の同時実行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  • R2: 転送費用完全無料、グローバルCDN</a:t>
            </a:r>
            <a:pPr indent="0" marL="0">
              <a:lnSpc>
                <a:spcPts val="1400"/>
              </a:lnSpc>
              <a:buNone/>
            </a:pPr>
            <a:endParaRPr lang="en-US" sz="11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✅ 実装の現実性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  • DevOps知識は必要だが、完全AWS より簡単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  • 1～2週間でセットアップ可能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  • Netlify→Lambda移行は段階的に実施可能</a:t>
            </a:r>
            <a:pPr indent="0" marL="0">
              <a:lnSpc>
                <a:spcPts val="1400"/>
              </a:lnSpc>
              <a:buNone/>
            </a:pPr>
            <a:endParaRPr lang="en-US" sz="11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💰 投資対効果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  • DevOpsエンジニア月給50万円としても年間600万円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  • 削減効果は年間513～569万円 → ほぼペイする！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総合インフラ費用比較</dc:title>
  <dc:subject>PptxGenJS Presentation</dc:subject>
  <dc:creator>namos-chat-v1</dc:creator>
  <cp:lastModifiedBy>namos-chat-v1</cp:lastModifiedBy>
  <cp:revision>1</cp:revision>
  <dcterms:created xsi:type="dcterms:W3CDTF">2025-11-10T04:26:22Z</dcterms:created>
  <dcterms:modified xsi:type="dcterms:W3CDTF">2025-11-10T04:26:22Z</dcterms:modified>
</cp:coreProperties>
</file>
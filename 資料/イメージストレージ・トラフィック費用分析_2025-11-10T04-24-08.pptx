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4788"/>
                </a:solidFill>
              </a:rPr>
              <a:t>🖼️ イメージストレージ・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1F4788"/>
                </a:solidFill>
              </a:rPr>
              <a:t>トラフィック費用分析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</a:rPr>
              <a:t>見落としていた重大なコスト項目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チャット毎にイメージを表示 = 膨大なトラフィック費用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⚠️ 見落としていたコスト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solidFill>
            <a:srgbClr val="FFEBEE"/>
          </a:solidFill>
          <a:ln w="38100">
            <a:solidFill>
              <a:srgbClr val="F443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2828"/>
                </a:solidFill>
              </a:rPr>
              <a:t>❌ 現在のコスト分析に含まれていないもの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1. イメージストレージ費用（キャラクター画像の保存）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2. イメージ転送費用（チャット毎に画像を配信）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3. CDN費用（グローバル配信のため）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7680960" cy="2926080"/>
          </a:xfrm>
          <a:prstGeom prst="rect">
            <a:avLst/>
          </a:prstGeom>
          <a:solidFill>
            <a:srgbClr val="FFF3CD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88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56404"/>
                </a:solidFill>
              </a:rPr>
              <a:t>📊 サービスの特性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246120"/>
            <a:ext cx="6949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キャラクター1体につき平均5～10枚の画像（表情、状況別）</a:t>
            </a:r>
            <a:endParaRPr lang="en-US" sz="13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画像1枚あたり: 500KB～2MB（最適化前）</a:t>
            </a:r>
            <a:endParaRPr lang="en-US" sz="13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チャット1回につき平均1.5枚の画像を表示</a:t>
            </a:r>
            <a:endParaRPr lang="en-US" sz="13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1,000名のアクティブユーザー = 月間234万メッセージ</a:t>
            </a:r>
            <a:endParaRPr lang="en-US" sz="13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→ 月間351万枚の画像配信が必要</a:t>
            </a:r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→ 最適化なしで 3.5TB/月 のトラフィック発生！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📐 使用量の詳細計算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97280"/>
          <a:ext cx="8778240" cy="27432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463040"/>
                <a:gridCol w="146304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ユーザー数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キャラ数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(想定)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ストレージ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必要量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月間メッセージ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画像表示回数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(1.5枚/msg)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月間転送量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(1MB/枚)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100体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250MB～1GB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234,000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351,000枚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351GB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500体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1.25GB～5GB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1,170,000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1,755,000枚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1.76TB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1,000名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1,000体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2.5GB～10GB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2,340,000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3,510,000枚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3.51TB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5,000名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3,000体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7.5GB～30GB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11,700,000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17,550,000枚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17.55TB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10,000名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5,000体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12.5GB～50GB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23,400,000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35,100,000枚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35.1TB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solidFill>
            <a:srgbClr val="FFEBEE"/>
          </a:solidFill>
          <a:ln w="38100">
            <a:solidFill>
              <a:srgbClr val="F4433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97280" y="42976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</a:rPr>
              <a:t>⚠️ 10,000名到達時: 月間35TB以上の転送が発生！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97280" y="475488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62828"/>
                </a:solidFill>
              </a:rPr>
              <a:t>これは現在の分析で計算していたLLM費用とは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62828"/>
                </a:solidFill>
              </a:rPr>
              <a:t>完全に別の費用項目です！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Supabase Storage 料金体系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プラン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ストレージ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転送量/月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超過料金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月額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Free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1GB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2GB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利用不可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Pro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100GB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(含む)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200GB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(含む)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ストレージ: $0.021/GB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転送: $0.09/GB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100GB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(含む)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200GB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(含む)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同上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$599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Enterprise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カスタム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カスタム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要相談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カスタム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BD5"/>
                </a:solidFill>
              </a:rPr>
              <a:t>ユーザー数別 月間費用（Supabase Pro）</a:t>
            </a:r>
            <a:endParaRPr lang="en-US" sz="18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566160"/>
          <a:ext cx="8595360" cy="2286000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ユーザー数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ストレージ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ストレージ費用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転送量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転送費用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月間合計（円）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1GB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基本内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351GB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$13.59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(2,039円)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約5,789円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5GB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基本内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1.76TB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$140.4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(21,060円)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約24,810円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1,000名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10GB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基本内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3.51TB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$298.89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(44,834円)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約48,584円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5,000名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30GB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基本内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17.55TB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$1,576.5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(236,475円)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約240,225円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10,000名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50GB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基本内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35.1TB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$3,159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(473,850円)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約477,600円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Cloudflare R2 料金体系 （推奨！）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18288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項目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料金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無料枠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備考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ストレージ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$0.015/GB/月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月10GB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S3より約40%安い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Class A 操作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(書き込み)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$4.50/100万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月100万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PUT, POST, LIST等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Class B 操作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(読み取り)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$0.36/100万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月1,000万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GET, HEAD等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データ転送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(Egress)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$0.00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無制限！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⭐️ 完全無料！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BD5"/>
                </a:solidFill>
              </a:rPr>
              <a:t>ユーザー数別 月間費用（Cloudflare R2）</a:t>
            </a:r>
            <a:endParaRPr lang="en-US" sz="18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3566160"/>
          <a:ext cx="8778240" cy="2286000"/>
        </p:xfrm>
        <a:graphic>
          <a:graphicData uri="http://schemas.openxmlformats.org/drawingml/2006/table">
            <a:tbl>
              <a:tblPr/>
              <a:tblGrid>
                <a:gridCol w="1254034"/>
                <a:gridCol w="1254034"/>
                <a:gridCol w="1254034"/>
                <a:gridCol w="1254034"/>
                <a:gridCol w="1254034"/>
                <a:gridCol w="1254034"/>
                <a:gridCol w="125403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ユーザー数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ストレージ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ストレージ費用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Class B 操作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操作費用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転送費用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月間合計（円）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1GB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基本内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351,000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基本内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$0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約0円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5GB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基本内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1,755,000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基本内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$0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約0円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1,000名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10GB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3,510,000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$0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$0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約0円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5,000名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30GB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$0.30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(45円)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17,550,000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$6.30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(945円)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$0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約990円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10,000名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50GB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$0.60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(90円)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35,100,000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$12.60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(1,890円)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$0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約1,980円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AWS S3 + CloudFront 料金体系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97280"/>
          <a:ext cx="7315200" cy="2286000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サービス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料金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備考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S3 ストレージ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$0.023/GB/月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標準ストレージ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S3 PUT リクエスト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$0.005/1,000件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画像アップロード時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S3 GET リクエスト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$0.0004/1,000件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CloudFrontへの転送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CloudFront 転送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(日本)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$0.114/GB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最初の10TBまで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CloudFront リクエスト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$0.0120/10,000件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HTTPS リクエスト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BD5"/>
                </a:solidFill>
              </a:rPr>
              <a:t>ユーザー数別 月間費用（S3 + CloudFront）</a:t>
            </a:r>
            <a:endParaRPr lang="en-US" sz="18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14800"/>
          <a:ext cx="8229600" cy="22860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ユーザー数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S3 費用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CloudFront 転送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CF リクエスト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月間合計（円）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約$0.03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(5円)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$40.01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(6,002円)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$4.21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(632円)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約6,639円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約$0.12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(18円)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$200.64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(30,096円)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$21.06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(3,159円)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約33,273円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1,000名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約$0.23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(35円)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$400.14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(60,021円)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$42.12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(6,318円)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約66,374円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5,000名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約$0.69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(104円)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$2,000.7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(300,105円)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$210.6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(31,590円)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約331,799円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10,000名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約$1.15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(173円)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$4,001.4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(600,210円)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$421.2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(63,180円)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約663,563円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ストレージサービス比較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2286000"/>
        </p:xfrm>
        <a:graphic>
          <a:graphicData uri="http://schemas.openxmlformats.org/drawingml/2006/table">
            <a:tbl>
              <a:tblPr/>
              <a:tblGrid>
                <a:gridCol w="1536192"/>
                <a:gridCol w="1536192"/>
                <a:gridCol w="1536192"/>
                <a:gridCol w="1536192"/>
                <a:gridCol w="15361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ユーザー数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Supabase Storage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AWS S3+CloudFront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Cloudflare R2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最安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100名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5,789円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6,639円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0円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R2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500名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24,810円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33,273円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0円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R2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1,000名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48,584円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66,374円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0円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R2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5,000名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240,225円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331,799円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990円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R2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10,000名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477,600円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663,563円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1,980円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R2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" y="3657600"/>
            <a:ext cx="7680960" cy="1828800"/>
          </a:xfrm>
          <a:prstGeom prst="rect">
            <a:avLst/>
          </a:prstGeom>
          <a:solidFill>
            <a:srgbClr val="E8F5E9"/>
          </a:solidFill>
          <a:ln w="38100">
            <a:solidFill>
              <a:srgbClr val="4CAF5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</a:rPr>
              <a:t>🎯 推奨: Cloudflare R2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97280" y="429768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✅ データ転送(Egress)が完全無料 → 最大の費用要因を削減！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✅ 10,000名でも月2,000円未満（Supabase比 約240倍安い）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✅ S3互換API → 移行が容易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✅ グローバルCDN標準装備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💡 イメージ最適化戦略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solidFill>
            <a:srgbClr val="E3F2FD"/>
          </a:solidFill>
          <a:ln w="254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34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</a:rPr>
              <a:t>❶ 画像フォーマット最適化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16002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WebP形式に変換: PNG/JPEGより25～35%小さい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AVIF形式も検討: WebPよりさらに20%小さい（ブラウザ対応確認必要）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想定削減効果: 転送量を30%削減 → 3.51TB → 2.46TB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7680960" cy="1371600"/>
          </a:xfrm>
          <a:prstGeom prst="rect">
            <a:avLst/>
          </a:prstGeom>
          <a:solidFill>
            <a:srgbClr val="FFF3CD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97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56404"/>
                </a:solidFill>
              </a:rPr>
              <a:t>❷ レスポンシブイメージ配信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306324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複数サイズを事前生成: 320px, 640px, 1024px, オリジナル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デバイスに応じて最適サイズを配信（srcset使用）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想定削減効果: モバイル60%として平均40%削減 → 2.46TB → 1.48TB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7680960" cy="137160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160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</a:rPr>
              <a:t>❸ ブラウザキャッシュ活用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452628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Cache-Control: max-age=31536000 （1年）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同一ユーザーの重複ダウンロードを防止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想定削減効果: リピート率80%として60%削減 → 1.48TB → 0.59TB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最適化による削減効果（1,000名基準）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最適化段階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転送量/月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Supabase費用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AWS費用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Cloudflare R2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最適化前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3.51TB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48,584円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66,374円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WebP変換後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2.46TB (-30%)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33,498円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45,672円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レスポンシブ化後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1.48TB (-58%)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19,338円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27,042円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キャッシュ活用後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0.59TB (-83%)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7,284円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10,662円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914400" y="3200400"/>
            <a:ext cx="7315200" cy="2286000"/>
          </a:xfrm>
          <a:prstGeom prst="rect">
            <a:avLst/>
          </a:prstGeom>
          <a:solidFill>
            <a:srgbClr val="E8F5E9"/>
          </a:solidFill>
          <a:ln w="38100">
            <a:solidFill>
              <a:srgbClr val="4CAF5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97280" y="33832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</a:rPr>
              <a:t>🎯 最終推奨構成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280160" y="3794760"/>
            <a:ext cx="6583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ストレージ: Cloudflare R2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画像フォーマット: WebP（AVIF fallback検討）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レスポンシブ配信: 4サイズ事前生成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キャッシュ: 1年間の長期キャッシュ</a:t>
            </a:r>
            <a:pPr indent="0" marL="0">
              <a:lnSpc>
                <a:spcPts val="1800"/>
              </a:lnSpc>
              <a:buNone/>
            </a:pP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💰 1,000名時の月間費用: 0円（R2無料枠内）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💰 10,000名時の月間費用: 約2,000円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💰 Supabase比で年間約571万円の削減！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総合費用への影響（1,000名基準）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2828"/>
                </a:solidFill>
              </a:rPr>
              <a:t>❌ 現在の分析（イメージ費用なし）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463040"/>
          <a:ext cx="6400800" cy="2286000"/>
        </p:xfrm>
        <a:graphic>
          <a:graphicData uri="http://schemas.openxmlformats.org/drawingml/2006/table">
            <a:tbl>
              <a:tblPr/>
              <a:tblGrid>
                <a:gridCol w="2133600"/>
                <a:gridCol w="2133600"/>
                <a:gridCol w="2133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項目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月額費用（円）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構成比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LLM費用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941,777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56.9%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決済手数料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633,420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38.3%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インフラ (Netlify/AWS)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70,350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4.2%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その他固定費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9,973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0.6%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合計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1,655,520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100.0%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✅ 修正後（イメージ費用含む・最適化済み）</a:t>
            </a:r>
            <a:endParaRPr lang="en-US" sz="16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4389120"/>
          <a:ext cx="7315200" cy="27432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項目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月額費用（円）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構成比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変更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LLM費用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941,777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56.8%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変更なし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決済手数料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633,420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38.2%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変更なし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インフラ (Netlify/AWS)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70,350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4.2%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変更なし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イメージ (R2+最適化)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0.0%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🆕追加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その他固定費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9,973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0.6%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変更なし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合計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1,655,520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100.0%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増加なし！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まとめ: イメージコスト対策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solidFill>
            <a:srgbClr val="FFEBEE"/>
          </a:solidFill>
          <a:ln w="38100">
            <a:solidFill>
              <a:srgbClr val="F443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34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</a:rPr>
              <a:t>⚠️ 放置した場合のリスク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6002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Supabase使用時: 1,000名で月4.8万円、10,000名で月47.8万円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AWS使用時: 1,000名で月6.6万円、10,000名で月66.4万円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年間で最大約800万円の予期せぬ費用発生！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7680960" cy="2011680"/>
          </a:xfrm>
          <a:prstGeom prst="rect">
            <a:avLst/>
          </a:prstGeom>
          <a:solidFill>
            <a:srgbClr val="E8F5E9"/>
          </a:solidFill>
          <a:ln w="381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97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✅ 推奨対策を実施した場合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06324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Cloudflare R2採用 → 転送費用0円</a:t>
            </a:r>
            <a:endParaRPr lang="en-US" sz="13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WebP+レスポンシブ+キャッシュ → 転送量83%削減</a:t>
            </a:r>
            <a:endParaRPr lang="en-US" sz="13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1,000名時: 0円、10,000名時: 約2,000円/月</a:t>
            </a:r>
            <a:endParaRPr lang="en-US" sz="13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年間削減効果: 約571万円（10,000名時）</a:t>
            </a:r>
            <a:pPr indent="0" marL="0">
              <a:lnSpc>
                <a:spcPts val="2000"/>
              </a:lnSpc>
              <a:buNone/>
            </a:pP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🎯 総合費用への影響: ほぼゼロ！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4846320"/>
            <a:ext cx="6400800" cy="64008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49377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結論: 適切な対策により、イメージコストは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ほぼ無視できるレベルに抑えられる！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イメージストレージ・トラフィック費用分析</dc:title>
  <dc:subject>PptxGenJS Presentation</dc:subject>
  <dc:creator>namos-chat-v1</dc:creator>
  <cp:lastModifiedBy>namos-chat-v1</cp:lastModifiedBy>
  <cp:revision>1</cp:revision>
  <dcterms:created xsi:type="dcterms:W3CDTF">2025-11-10T04:24:08Z</dcterms:created>
  <dcterms:modified xsi:type="dcterms:W3CDTF">2025-11-10T04:24:08Z</dcterms:modified>
</cp:coreProperties>
</file>
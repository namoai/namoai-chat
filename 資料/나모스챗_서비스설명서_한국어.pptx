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나모스 챗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F6FF"/>
                </a:solidFill>
              </a:rPr>
              <a:t>AI 캐릭터와 대화하는 새로운 경험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FF6FF"/>
                </a:solidFill>
              </a:rPr>
              <a:t>Namos Chat Service Introduction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서비스 소개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나모스 챗이란?
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사용자가 다양한 AI 세계관과 자유롭게 대화하며 스토리를 만들어가는 플랫폼
</a:t>
            </a:r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💡 쉬운 비유
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"유튜브에서 누구나 영상을 올리고 시청하듯,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ナモスチャットでは 누구나 세계관을 만들고 즐깁니다"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서비스의 특별함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
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누구나 창작자
</a:t>
            </a:r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코딩 없이 AI 세계관 제작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🎭
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무한한 세계관
</a:t>
            </a:r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판타지, 현대, SF, 로맨스 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9224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
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나만의 정체성
</a:t>
            </a:r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페르소나 시스템으로 맞춤 경험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
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자연스러운 대화
</a:t>
            </a:r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Google AI로 실제처럼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0" y="29260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
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창작자 경제
</a:t>
            </a:r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인기 세계관은 수익 창출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1. 캐릭터 시스템 (세계관 기반)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⭐ 중요: 사용자가 직접 만듭니다!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캐릭터는 단순한 "1명의 AI"가 아닙니다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→ 하나의 완전한 세계관 + 여러 등장인물을 포함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🌍 영화 한 편을 만드는 것과 같습니다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세계관 = 영화의 배경 설정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등장인물 = 주인공, 조연들의 성격과 관계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사용자 = 세계에 입장해 직접 스토리를 만드는 주인공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실제 예시: "재벌 학교 로맨스"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📚 세계관 설정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타이틀: "청운 고등교육기관"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배경: 재벌, 정치인, 연예인 자녀들만 다니는 초고급 학교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특징: 극심한 신분 차이, 3대 파벌, 장학생 차별
</a:t>
            </a:r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👥 등장인물 (모두 AI가 연기)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강서연: 청운그룹 후계자, 차갑고 무뚝뚝한 재벌녀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이나경: 금융재벌 딸, 질투 많은 허세녀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정윤하: 국무총리 손녀, 최연소 국회의원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윤채린: 일반 가정 출신 장학생, 매일 괴롭힘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김서진: 동아시아 최대 마피아 조직 후계자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2. 페르소나 시스템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페르소나란?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사용자가 자신의 신분이나 정체성을 설정하는 기능
</a:t>
            </a:r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💡 핵심: 사용자 자신의 신분증명서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AI는 이 정보를 바탕으로 사용자를 인식하고 반응합니다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📌 예시 (재벌 학교 세계관)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"나는 특별 장학생이다" → AI가 일반인으로 인식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"나는 재벌 2세다" → AI가 상류층으로 인식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"나는 전학생이다" → AI가 신입생으로 인식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3. 채팅 시스템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
</a:t>
            </a:r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자연스러운 대화
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Google Gemini AI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문맥 이해 + 기억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
</a:t>
            </a:r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이미지 시스템
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키워드 기반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자동 이미지 출력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9224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
</a:t>
            </a:r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대화 재생성
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여러 버전 중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선택 가능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
</a:t>
            </a:r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유저 노트
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스토리 진행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직접 기록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0" y="2926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
</a:t>
            </a:r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메모리 시스템
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AI 자동 기억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(추가 예정)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2926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
</a:t>
            </a:r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상태 시스템
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호감도, 시간대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실시간 표시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창작자의 여정 (누구나 가능!)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✅ 필요한 것: 상상력 + 인터넷 브라우저
</a:t>
            </a:r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❌ 불필요: 코딩 지식, 디자인 능력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📝 제작 과정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1️⃣ 세계관 기본 설정 (타이틀, 장르, 배경)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2️⃣ 등장인물 설정 (이름, 외모, 성격, 관계)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3️⃣ 이미지 업로드 + 키워드 설정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4️⃣ AI 지시 설정 (시스템 프롬프트)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5️⃣ 로어북 작성 (선택)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6️⃣ 테스트 플레이 → 공개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7️⃣ 사용자들이 플레이 → 인기 세계관 성장 💰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수익 모델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1. </a:t>
            </a:r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포인트 판매 </a:t>
            </a:r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</a:rPr>
              <a:t>(주 수익원)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더 많은 대화 시 구매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무료/유료 포인트 혼합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무료 포인트 우선 소비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0" y="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2. </a:t>
            </a:r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세계관 마켓 </a:t>
            </a:r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</a:rPr>
              <a:t>(미래 계획)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인기 창작자 유료 판매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플랫폼 수수료 30%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창작자 수익 배분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92240" y="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3. </a:t>
            </a:r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광고 </a:t>
            </a:r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</a:rPr>
              <a:t>(보조 수익)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무료 사용자 대상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게임/웹툰 등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관련 콘텐츠 광고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시장 기회 - 왜 지금인가?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1. 🤖 AI 붐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ChatGPT 이후 대중의 관심 폭발
• AI 챗봇 시장 연평균 30% 성장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2. 🎨 창작자 경제 폭발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유튜브, 틱톡 등 "누구나 크리에이터" 시대
• 코딩 없이 AI 콘텐츠 제작 가능
• 웹툰/웹소설 시장과 시너지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3. 🎮 UGC 트렌드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로블록스, 마인크래프트처럼 사용자가 콘텐츠 제작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플랫폼은 도구만 제공, 자동 확장 생태계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4단계 성장 로드맵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1단계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(현재~3개월)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1,000명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| 기반 구축 (일본)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2단계 </a:t>
            </a:r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</a:rPr>
              <a:t>(6개월) </a:t>
            </a:r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🎯 1만 명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| PMF 달성 (일본)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3단계 </a:t>
            </a:r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</a:rPr>
              <a:t>(1년) </a:t>
            </a:r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🎯 10만 명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| 성장 가속 (일본)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4단계 </a:t>
            </a:r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</a:rPr>
              <a:t>(2년) </a:t>
            </a:r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🎯 50~100만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| 글로벌 확장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💼 투자자 여러분께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📈 성장하는 시장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AI 챗봇 시장 연평균 30% 성장 예상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🎯 명확한 수익 모델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포인트 판매 + 마켓플레이스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🚀 확장성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UGC 모델로 무한한 콘텐츠 자동 생산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💡 현실적 목표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일본 1,000명 → 1만 → 10만 → 글로벌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🌏 시장 전략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일본 → 한국 → 동남아 순차 진출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82296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👥 경험 있는 팀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최신 기술 스택과
AI 전문성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🎨 UGC 모델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사용자가 무한 콘텐츠
생산하는 생태계
</a:t>
            </a:r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🔧 기술적 강점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Google Gemini AI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벡터 DB 메모리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확장 가능한 구조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나모스 챗의 비전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FF6FF"/>
                </a:solidFill>
              </a:rPr>
              <a:t>"모든 사람이 자신만의 AI 친구와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EFF6FF"/>
                </a:solidFill>
              </a:rPr>
              <a:t>대화하는 세상"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F6FF"/>
                </a:solidFill>
              </a:rPr>
              <a:t>새로운 형태의 디지털 관계와 창작 경제를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FF6FF"/>
                </a:solidFill>
              </a:rPr>
              <a:t>만들어가고 있습니다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나모스 챗 서비스 설명서</dc:title>
  <dc:subject>AI 캐릭터 대화 플랫폼</dc:subject>
  <dc:creator>Namos Chat Team</dc:creator>
  <cp:lastModifiedBy>Namos Chat Team</cp:lastModifiedBy>
  <cp:revision>1</cp:revision>
  <dcterms:created xsi:type="dcterms:W3CDTF">2025-11-04T07:32:43Z</dcterms:created>
  <dcterms:modified xsi:type="dcterms:W3CDTF">2025-11-04T07:32:43Z</dcterms:modified>
</cp:coreProperties>
</file>